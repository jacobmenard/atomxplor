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effectLst>
            <a:outerShdw blurRad="50800" dir="14400000" algn="ctr" rotWithShape="0">
              <a:schemeClr val="bg1">
                <a:alpha val="60000"/>
              </a:scheme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effectLst>
            <a:outerShdw blurRad="50800" dir="14400000" algn="ctr" rotWithShape="0">
              <a:schemeClr val="bg1">
                <a:alpha val="40000"/>
              </a:schemeClr>
            </a:outerShdw>
          </a:effectLst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://elixir.test/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hyperlink" Target="http://your_ip_addres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9ED6-054E-2BD6-31DF-3DB562941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3429000"/>
            <a:ext cx="10572000" cy="991198"/>
          </a:xfrm>
        </p:spPr>
        <p:txBody>
          <a:bodyPr/>
          <a:lstStyle/>
          <a:p>
            <a:pPr algn="ctr"/>
            <a:r>
              <a:rPr lang="en-PH" dirty="0"/>
              <a:t>ELIXIR DOCUMENTATION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4D4EE-AC69-284F-DDCA-A29563D0D1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P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0BAE5F-09BA-856B-ECED-B8DB32CD4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16" y="381663"/>
            <a:ext cx="2984567" cy="312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55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BE821-15FF-2EF4-99CC-D32739CD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Steps on how to create an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8B355-FB49-B901-13BC-051A806D7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70368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20260521-1516-54.2553752">
            <a:hlinkClick r:id="" action="ppaction://media"/>
            <a:extLst>
              <a:ext uri="{FF2B5EF4-FFF2-40B4-BE49-F238E27FC236}">
                <a16:creationId xmlns:a16="http://schemas.microsoft.com/office/drawing/2014/main" id="{6DB474C4-0FAD-CF46-C352-972164A915AA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05288" y="2222500"/>
            <a:ext cx="3781425" cy="3636963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D8E4204-D683-9DF5-5C17-03B1A65F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PH" dirty="0"/>
              <a:t>Login </a:t>
            </a:r>
            <a:r>
              <a:rPr lang="en-PH" dirty="0">
                <a:hlinkClick r:id="rId5"/>
              </a:rPr>
              <a:t>http://elixir.test</a:t>
            </a:r>
            <a:r>
              <a:rPr lang="en-PH" dirty="0"/>
              <a:t> for local machine</a:t>
            </a:r>
          </a:p>
        </p:txBody>
      </p:sp>
    </p:spTree>
    <p:extLst>
      <p:ext uri="{BB962C8B-B14F-4D97-AF65-F5344CB8AC3E}">
        <p14:creationId xmlns:p14="http://schemas.microsoft.com/office/powerpoint/2010/main" val="289744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C4611-F6DA-FA18-C421-BB608B69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742950" indent="-742950">
              <a:buAutoNum type="arabicPeriod"/>
            </a:pPr>
            <a:r>
              <a:rPr lang="en-PH" dirty="0"/>
              <a:t>Login </a:t>
            </a:r>
            <a:r>
              <a:rPr lang="en-PH" dirty="0">
                <a:hlinkClick r:id="rId4"/>
              </a:rPr>
              <a:t>http://your_ip_address</a:t>
            </a:r>
            <a:r>
              <a:rPr lang="en-PH" dirty="0"/>
              <a:t> for remote machine</a:t>
            </a:r>
          </a:p>
        </p:txBody>
      </p:sp>
      <p:pic>
        <p:nvPicPr>
          <p:cNvPr id="4" name="20260521-1516-54.2553752">
            <a:hlinkClick r:id="" action="ppaction://media"/>
            <a:extLst>
              <a:ext uri="{FF2B5EF4-FFF2-40B4-BE49-F238E27FC236}">
                <a16:creationId xmlns:a16="http://schemas.microsoft.com/office/drawing/2014/main" id="{073DD3F5-C5C7-E295-A463-F084FD8428B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205601" y="2222500"/>
            <a:ext cx="3780797" cy="3636963"/>
          </a:xfrm>
        </p:spPr>
      </p:pic>
    </p:spTree>
    <p:extLst>
      <p:ext uri="{BB962C8B-B14F-4D97-AF65-F5344CB8AC3E}">
        <p14:creationId xmlns:p14="http://schemas.microsoft.com/office/powerpoint/2010/main" val="199858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4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4FD2-80BF-10C2-09FE-450572204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1. Click and go to Subjects page</a:t>
            </a:r>
          </a:p>
        </p:txBody>
      </p:sp>
      <p:pic>
        <p:nvPicPr>
          <p:cNvPr id="7" name="20260521-1601-42.2317310">
            <a:hlinkClick r:id="" action="ppaction://media"/>
            <a:extLst>
              <a:ext uri="{FF2B5EF4-FFF2-40B4-BE49-F238E27FC236}">
                <a16:creationId xmlns:a16="http://schemas.microsoft.com/office/drawing/2014/main" id="{5735E906-23FB-565E-E513-936C437B69F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10000" y="2377441"/>
            <a:ext cx="10371092" cy="392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68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3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FDD42-E102-FE0B-35C5-043AF6BC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2. Create a subject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B421329-813D-9F6C-8AD9-2A483461D3BF}"/>
              </a:ext>
            </a:extLst>
          </p:cNvPr>
          <p:cNvSpPr txBox="1">
            <a:spLocks/>
          </p:cNvSpPr>
          <p:nvPr/>
        </p:nvSpPr>
        <p:spPr>
          <a:xfrm>
            <a:off x="818712" y="2222287"/>
            <a:ext cx="3085378" cy="1206713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effectLst>
                  <a:outerShdw blurRad="50800" dir="14400000" algn="ctr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effectLst>
                  <a:outerShdw blurRad="50800" dir="14400000" algn="ctr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effectLst>
                  <a:outerShdw blurRad="50800" dir="14400000" algn="ctr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effectLst>
                  <a:outerShdw blurRad="50800" dir="14400000" algn="ctr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effectLst>
                  <a:outerShdw blurRad="50800" dir="14400000" algn="ctr" rotWithShape="0">
                    <a:schemeClr val="bg1">
                      <a:alpha val="4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PH" dirty="0"/>
              <a:t>1. Create new subject</a:t>
            </a:r>
          </a:p>
        </p:txBody>
      </p:sp>
      <p:pic>
        <p:nvPicPr>
          <p:cNvPr id="6" name="20260521-1605-40.3266605">
            <a:hlinkClick r:id="" action="ppaction://media"/>
            <a:extLst>
              <a:ext uri="{FF2B5EF4-FFF2-40B4-BE49-F238E27FC236}">
                <a16:creationId xmlns:a16="http://schemas.microsoft.com/office/drawing/2014/main" id="{EB2C1064-CC70-46AD-3E3A-E7255B8E1C2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143918" y="2222287"/>
            <a:ext cx="7718738" cy="424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98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4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C07FA-024A-8440-5120-ECA94191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10320-1DDD-AAF5-9E82-C10D6740A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131265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_win32_v2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_win32_v2" id="{774FFE37-89CF-4C62-B7CB-36441A09341B}" vid="{B830AAAD-6172-4FB1-BCB8-2D9519D9192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{DEA8CDA3-59A7-4A45-A4A7-3B880262993F}TF422d6a94-b412-4b4b-8b36-ccdb9da8dac8d8130915_win32-3b4bd71c511d</Template>
  <TotalTime>22</TotalTime>
  <Words>47</Words>
  <Application>Microsoft Office PowerPoint</Application>
  <PresentationFormat>Widescreen</PresentationFormat>
  <Paragraphs>7</Paragraphs>
  <Slides>7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2</vt:lpstr>
      <vt:lpstr>Quotable_win32_v2</vt:lpstr>
      <vt:lpstr>ELIXIR DOCUMENTATION</vt:lpstr>
      <vt:lpstr>Steps on how to create an activity</vt:lpstr>
      <vt:lpstr>Login http://elixir.test for local machine</vt:lpstr>
      <vt:lpstr>Login http://your_ip_address for remote machine</vt:lpstr>
      <vt:lpstr>1. Click and go to Subjects page</vt:lpstr>
      <vt:lpstr>2. Create a subject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Menard Catayas</dc:creator>
  <cp:lastModifiedBy>Menard Catayas</cp:lastModifiedBy>
  <cp:revision>1</cp:revision>
  <dcterms:created xsi:type="dcterms:W3CDTF">2026-05-21T15:46:53Z</dcterms:created>
  <dcterms:modified xsi:type="dcterms:W3CDTF">2026-05-21T16:09:18Z</dcterms:modified>
</cp:coreProperties>
</file>