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61" r:id="rId4"/>
    <p:sldId id="257" r:id="rId5"/>
    <p:sldId id="269" r:id="rId6"/>
    <p:sldId id="268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5/22/2026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effectLst>
            <a:outerShdw blurRad="50800" dir="14400000" algn="ctr" rotWithShape="0">
              <a:schemeClr val="bg1">
                <a:alpha val="60000"/>
              </a:scheme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hyperlink" Target="mailto:super@admin.com" TargetMode="External"/><Relationship Id="rId5" Type="http://schemas.openxmlformats.org/officeDocument/2006/relationships/hyperlink" Target="http://elixir.test/" TargetMode="Externa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.png"/><Relationship Id="rId4" Type="http://schemas.openxmlformats.org/officeDocument/2006/relationships/hyperlink" Target="http://your_ip_address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D9ED6-054E-2BD6-31DF-3DB562941C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001" y="3429000"/>
            <a:ext cx="10572000" cy="991198"/>
          </a:xfrm>
        </p:spPr>
        <p:txBody>
          <a:bodyPr/>
          <a:lstStyle/>
          <a:p>
            <a:pPr algn="ctr"/>
            <a:r>
              <a:rPr lang="en-PH" dirty="0"/>
              <a:t>ELIXIR DOCUMENTATION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24D4EE-AC69-284F-DDCA-A29563D0D1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PH" dirty="0"/>
              <a:t>How to create students guide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0BAE5F-09BA-856B-ECED-B8DB32CD4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716" y="381663"/>
            <a:ext cx="2984567" cy="312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355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20260521-1516-54.2553752">
            <a:hlinkClick r:id="" action="ppaction://media"/>
            <a:extLst>
              <a:ext uri="{FF2B5EF4-FFF2-40B4-BE49-F238E27FC236}">
                <a16:creationId xmlns:a16="http://schemas.microsoft.com/office/drawing/2014/main" id="{6DB474C4-0FAD-CF46-C352-972164A915AA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205288" y="2222500"/>
            <a:ext cx="3781425" cy="3636963"/>
          </a:xfr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3D8E4204-D683-9DF5-5C17-03B1A65F6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AutoNum type="arabicPeriod"/>
            </a:pPr>
            <a:r>
              <a:rPr lang="en-PH" dirty="0"/>
              <a:t>Login </a:t>
            </a:r>
            <a:r>
              <a:rPr lang="en-PH" dirty="0">
                <a:hlinkClick r:id="rId5"/>
              </a:rPr>
              <a:t>http://elixir.test</a:t>
            </a:r>
            <a:r>
              <a:rPr lang="en-PH" dirty="0"/>
              <a:t> for local machine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D1BD20-4E41-A5CD-B7B6-2EE2552BA246}"/>
              </a:ext>
            </a:extLst>
          </p:cNvPr>
          <p:cNvSpPr txBox="1"/>
          <p:nvPr/>
        </p:nvSpPr>
        <p:spPr>
          <a:xfrm>
            <a:off x="169943" y="2382266"/>
            <a:ext cx="39485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H" dirty="0"/>
              <a:t>Email address: </a:t>
            </a:r>
            <a:r>
              <a:rPr lang="en-PH" dirty="0">
                <a:hlinkClick r:id="rId6"/>
              </a:rPr>
              <a:t>super@admin.com</a:t>
            </a:r>
            <a:br>
              <a:rPr lang="en-PH" dirty="0"/>
            </a:br>
            <a:r>
              <a:rPr lang="en-PH" dirty="0"/>
              <a:t>password: password</a:t>
            </a:r>
          </a:p>
        </p:txBody>
      </p:sp>
    </p:spTree>
    <p:extLst>
      <p:ext uri="{BB962C8B-B14F-4D97-AF65-F5344CB8AC3E}">
        <p14:creationId xmlns:p14="http://schemas.microsoft.com/office/powerpoint/2010/main" val="2897444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46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C4611-F6DA-FA18-C421-BB608B693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AutoNum type="arabicPeriod"/>
            </a:pPr>
            <a:r>
              <a:rPr lang="en-PH" dirty="0"/>
              <a:t>Login </a:t>
            </a:r>
            <a:r>
              <a:rPr lang="en-PH" dirty="0">
                <a:hlinkClick r:id="rId4"/>
              </a:rPr>
              <a:t>http://your_ip_address</a:t>
            </a:r>
            <a:r>
              <a:rPr lang="en-PH" dirty="0"/>
              <a:t> for remote machine</a:t>
            </a:r>
          </a:p>
        </p:txBody>
      </p:sp>
      <p:pic>
        <p:nvPicPr>
          <p:cNvPr id="4" name="20260521-1516-54.2553752">
            <a:hlinkClick r:id="" action="ppaction://media"/>
            <a:extLst>
              <a:ext uri="{FF2B5EF4-FFF2-40B4-BE49-F238E27FC236}">
                <a16:creationId xmlns:a16="http://schemas.microsoft.com/office/drawing/2014/main" id="{073DD3F5-C5C7-E295-A463-F084FD8428B2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205601" y="2222500"/>
            <a:ext cx="3780797" cy="3636963"/>
          </a:xfrm>
        </p:spPr>
      </p:pic>
    </p:spTree>
    <p:extLst>
      <p:ext uri="{BB962C8B-B14F-4D97-AF65-F5344CB8AC3E}">
        <p14:creationId xmlns:p14="http://schemas.microsoft.com/office/powerpoint/2010/main" val="1998586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46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BE821-15FF-2EF4-99CC-D32739CD2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Steps on how to create a student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8B355-FB49-B901-13BC-051A806D7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318294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E1FE5-B6F8-2520-EF62-9CBB4F590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1. Create a student </a:t>
            </a:r>
          </a:p>
        </p:txBody>
      </p:sp>
      <p:pic>
        <p:nvPicPr>
          <p:cNvPr id="4" name="20260521-1654-04.9113740">
            <a:hlinkClick r:id="" action="ppaction://media"/>
            <a:extLst>
              <a:ext uri="{FF2B5EF4-FFF2-40B4-BE49-F238E27FC236}">
                <a16:creationId xmlns:a16="http://schemas.microsoft.com/office/drawing/2014/main" id="{60996DB3-CE66-386E-310F-93F5998EF191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933700" y="2182745"/>
            <a:ext cx="6324600" cy="3636963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97DBE9-4EFD-5D12-8D50-959D193CB9BD}"/>
              </a:ext>
            </a:extLst>
          </p:cNvPr>
          <p:cNvSpPr txBox="1"/>
          <p:nvPr/>
        </p:nvSpPr>
        <p:spPr>
          <a:xfrm>
            <a:off x="365618" y="6062204"/>
            <a:ext cx="114659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200" dirty="0"/>
              <a:t>Note: creating a student will automatically creates a password as default 123456.</a:t>
            </a:r>
          </a:p>
          <a:p>
            <a:pPr algn="ctr"/>
            <a:r>
              <a:rPr lang="en-PH" sz="1200" dirty="0"/>
              <a:t>This is to use as credentials to enter in an activity which is requiring </a:t>
            </a:r>
          </a:p>
          <a:p>
            <a:pPr algn="ctr"/>
            <a:r>
              <a:rPr lang="en-PH" sz="1200" dirty="0"/>
              <a:t>student ID number and default password 123456</a:t>
            </a:r>
          </a:p>
        </p:txBody>
      </p:sp>
    </p:spTree>
    <p:extLst>
      <p:ext uri="{BB962C8B-B14F-4D97-AF65-F5344CB8AC3E}">
        <p14:creationId xmlns:p14="http://schemas.microsoft.com/office/powerpoint/2010/main" val="2986183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4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FDADC-870E-740E-2B1E-91CCBAE31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4B104-1C64-C488-11E4-C32DF41C3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9435973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_win32_v2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_win32_v2" id="{774FFE37-89CF-4C62-B7CB-36441A09341B}" vid="{B830AAAD-6172-4FB1-BCB8-2D9519D9192B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{DEA8CDA3-59A7-4A45-A4A7-3B880262993F}TF422d6a94-b412-4b4b-8b36-ccdb9da8dac8d8130915_win32-3b4bd71c511d</Template>
  <TotalTime>68</TotalTime>
  <Words>87</Words>
  <Application>Microsoft Office PowerPoint</Application>
  <PresentationFormat>Widescreen</PresentationFormat>
  <Paragraphs>11</Paragraphs>
  <Slides>6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Century Gothic</vt:lpstr>
      <vt:lpstr>Wingdings 2</vt:lpstr>
      <vt:lpstr>Quotable_win32_v2</vt:lpstr>
      <vt:lpstr>ELIXIR DOCUMENTATION</vt:lpstr>
      <vt:lpstr>Login http://elixir.test for local machine</vt:lpstr>
      <vt:lpstr>Login http://your_ip_address for remote machine</vt:lpstr>
      <vt:lpstr>Steps on how to create a student</vt:lpstr>
      <vt:lpstr>1. Create a student 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Menard Catayas</dc:creator>
  <cp:lastModifiedBy>Menard Catayas</cp:lastModifiedBy>
  <cp:revision>13</cp:revision>
  <dcterms:created xsi:type="dcterms:W3CDTF">2026-05-21T15:46:53Z</dcterms:created>
  <dcterms:modified xsi:type="dcterms:W3CDTF">2026-05-21T18:01:19Z</dcterms:modified>
</cp:coreProperties>
</file>